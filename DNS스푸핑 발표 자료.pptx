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2" r:id="rId1"/>
    <p:sldMasterId id="2147483673" r:id="rId2"/>
  </p:sldMasterIdLst>
  <p:notesMasterIdLst>
    <p:notesMasterId r:id="rId3"/>
  </p:notesMasterIdLst>
  <p:handoutMasterIdLst>
    <p:handoutMasterId r:id="rId4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0080000" cy="7560000"/>
  <p:notesSz cx="7560000" cy="106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/>
  <p:showPr>
    <p:present/>
    <p:sldAll/>
    <p:penClr>
      <a:srgbClr val="ff0000"/>
    </p:penClr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howOutlineIcons="0">
    <p:restoredLeft sz="13103"/>
    <p:restoredTop sz="96774"/>
  </p:normalViewPr>
  <p:slideViewPr>
    <p:cSldViewPr>
      <p:cViewPr>
        <p:scale>
          <a:sx n="40" d="100"/>
          <a:sy n="40" d="100"/>
        </p:scale>
        <p:origin x="-780" y="-78"/>
      </p:cViewPr>
      <p:guideLst>
        <p:guide orient="horz" pos="2157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6.xml"  /><Relationship Id="rId11" Type="http://schemas.openxmlformats.org/officeDocument/2006/relationships/slide" Target="slides/slide7.xml"  /><Relationship Id="rId12" Type="http://schemas.openxmlformats.org/officeDocument/2006/relationships/slide" Target="slides/slide8.xml"  /><Relationship Id="rId13" Type="http://schemas.openxmlformats.org/officeDocument/2006/relationships/slide" Target="slides/slide9.xml"  /><Relationship Id="rId14" Type="http://schemas.openxmlformats.org/officeDocument/2006/relationships/slide" Target="slides/slide10.xml"  /><Relationship Id="rId15" Type="http://schemas.openxmlformats.org/officeDocument/2006/relationships/slide" Target="slides/slide11.xml"  /><Relationship Id="rId16" Type="http://schemas.openxmlformats.org/officeDocument/2006/relationships/slide" Target="slides/slide12.xml"  /><Relationship Id="rId17" Type="http://schemas.openxmlformats.org/officeDocument/2006/relationships/slide" Target="slides/slide13.xml"  /><Relationship Id="rId18" Type="http://schemas.openxmlformats.org/officeDocument/2006/relationships/slide" Target="slides/slide14.xml"  /><Relationship Id="rId19" Type="http://schemas.openxmlformats.org/officeDocument/2006/relationships/presProps" Target="presProps.xml"  /><Relationship Id="rId2" Type="http://schemas.openxmlformats.org/officeDocument/2006/relationships/slideMaster" Target="slideMasters/slideMaster2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notesMaster" Target="notesMasters/notesMaster1.xml"  /><Relationship Id="rId4" Type="http://schemas.openxmlformats.org/officeDocument/2006/relationships/handoutMaster" Target="handoutMasters/handoutMaster1.xml"  /><Relationship Id="rId5" Type="http://schemas.openxmlformats.org/officeDocument/2006/relationships/slide" Target="slides/slide1.xml"  /><Relationship Id="rId6" Type="http://schemas.openxmlformats.org/officeDocument/2006/relationships/slide" Target="slides/slide2.xml"  /><Relationship Id="rId7" Type="http://schemas.openxmlformats.org/officeDocument/2006/relationships/slide" Target="slides/slide3.xml"  /><Relationship Id="rId8" Type="http://schemas.openxmlformats.org/officeDocument/2006/relationships/slide" Target="slides/slide4.xml"  /><Relationship Id="rId9" Type="http://schemas.openxmlformats.org/officeDocument/2006/relationships/slide" Target="slides/slide5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4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304800" y="304800"/>
            <a:ext cx="3368675" cy="503238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1400" kern="0">
                <a:solidFill>
                  <a:srgbClr val="000000"/>
                </a:solidFill>
                <a:latin typeface="Liberation Sans"/>
              </a:defRPr>
            </a:lvl1pPr>
          </a:lstStyle>
          <a:p>
            <a:pPr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14800" y="304800"/>
            <a:ext cx="3368675" cy="503238"/>
          </a:xfrm>
          <a:prstGeom prst="rect">
            <a:avLst/>
          </a:prstGeom>
          <a:noFill/>
        </p:spPr>
        <p:txBody>
          <a:bodyPr vert="horz" lIns="91440" tIns="45720" rIns="91440" bIns="45720"/>
          <a:lstStyle>
            <a:lvl1pPr algn="r">
              <a:defRPr sz="1400" kern="0">
                <a:solidFill>
                  <a:srgbClr val="000000"/>
                </a:solidFill>
                <a:latin typeface="Liberation Sans"/>
              </a:defRPr>
            </a:lvl1pPr>
          </a:lstStyle>
          <a:p>
            <a:pPr algn="r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28600" y="9555162"/>
            <a:ext cx="3368675" cy="503238"/>
          </a:xfrm>
          <a:prstGeom prst="rect">
            <a:avLst/>
          </a:prstGeom>
          <a:noFill/>
        </p:spPr>
        <p:txBody>
          <a:bodyPr vert="horz"/>
          <a:lstStyle>
            <a:lvl1pPr algn="l">
              <a:defRPr sz="1400" kern="0">
                <a:solidFill>
                  <a:srgbClr val="000000"/>
                </a:solidFill>
                <a:latin typeface="Liberation Sans"/>
              </a:defRPr>
            </a:lvl1pPr>
          </a:lstStyle>
          <a:p>
            <a:pPr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14800" y="9555162"/>
            <a:ext cx="3368675" cy="503238"/>
          </a:xfrm>
          <a:prstGeom prst="rect">
            <a:avLst/>
          </a:prstGeom>
          <a:noFill/>
        </p:spPr>
        <p:txBody>
          <a:bodyPr vert="horz" lIns="91440" tIns="45720" rIns="91440" bIns="45720"/>
          <a:lstStyle>
            <a:lvl1pPr algn="r">
              <a:defRPr sz="1400" kern="0">
                <a:solidFill>
                  <a:srgbClr val="000000"/>
                </a:solidFill>
                <a:latin typeface="Liberation Sans"/>
              </a:defRPr>
            </a:lvl1pPr>
          </a:lstStyle>
          <a:p>
            <a:pPr algn="r">
              <a:defRPr lang="ko-KR" altLang="en-US"/>
            </a:pPr>
            <a:r>
              <a:rPr lang="en-US"/>
              <a:t>‹#›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wrap="square" lIns="0" tIns="0" rIns="0" bIns="0" anchorCtr="0"/>
          <a:lstStyle>
            <a:lvl1pPr algn="l">
              <a:defRPr sz="1400" kern="0">
                <a:solidFill>
                  <a:srgbClr val="000000"/>
                </a:solidFill>
                <a:latin typeface="Times New Roman"/>
              </a:defRPr>
            </a:lvl1pPr>
          </a:lstStyle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wrap="square" lIns="0" tIns="0" rIns="0" bIns="0" anchorCtr="0"/>
          <a:lstStyle>
            <a:lvl1pPr algn="r">
              <a:defRPr sz="1400" kern="0">
                <a:solidFill>
                  <a:srgbClr val="000000"/>
                </a:solidFill>
                <a:latin typeface="Times New Roman"/>
              </a:defRPr>
            </a:lvl1pPr>
          </a:lstStyle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wrap="square" lIns="0" tIns="0" rIns="0" bIns="0" anchor="ctr" anchorCtr="0"/>
          <a:lstStyle/>
          <a:p>
            <a:pPr lvl="0">
              <a:defRPr lang="ko-KR" altLang="en-US"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wrap="square" lIns="0" tIns="0" rIns="0" bIns="0" anchorCtr="0"/>
          <a:lstStyle/>
          <a:p>
            <a:pPr lvl="0">
              <a:defRPr lang="ko-KR" altLang="en-US"/>
            </a:pPr>
            <a:r>
              <a:rPr lang="en-US"/>
              <a:t>Click to edit the notes format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wrap="square" lIns="0" tIns="0" rIns="0" bIns="0" anchor="b" anchorCtr="0"/>
          <a:lstStyle>
            <a:lvl1pPr algn="l">
              <a:defRPr sz="1400" kern="0">
                <a:solidFill>
                  <a:srgbClr val="000000"/>
                </a:solidFill>
                <a:latin typeface="Times New Roman"/>
              </a:defRPr>
            </a:lvl1pPr>
          </a:lstStyle>
          <a:p>
            <a:pPr lvl="0">
              <a:defRPr lang="ko-KR" altLang="en-US"/>
            </a:pPr>
            <a:r>
              <a:rPr lang="en-US"/>
              <a:t/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wrap="square" lIns="0" tIns="0" rIns="0" bIns="0" anchor="b" anchorCtr="0"/>
          <a:lstStyle>
            <a:lvl1pPr algn="r">
              <a:defRPr sz="1400" kern="0">
                <a:solidFill>
                  <a:srgbClr val="000000"/>
                </a:solidFill>
                <a:latin typeface="Times New Roman"/>
              </a:defRPr>
            </a:lvl1pPr>
          </a:lstStyle>
          <a:p>
            <a:pPr lvl="0">
              <a:defRPr lang="ko-KR" altLang="en-US"/>
            </a:pPr>
            <a:r>
              <a:rPr lang="en-US"/>
              <a:t>&lt;숫자&gt;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216000" indent="-216000" algn="l" defTabSz="914400" rtl="0" eaLnBrk="1" latinLnBrk="0" hangingPunct="1">
      <a:defRPr sz="2000" kern="1200">
        <a:solidFill>
          <a:srgbClr val="000000"/>
        </a:solidFill>
        <a:latin typeface="Liberation Sans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1107000" y="812520"/>
            <a:ext cx="5345280" cy="4008960"/>
          </a:xfrm>
          <a:ln/>
        </p:spPr>
      </p:sp>
      <p:sp>
        <p:nvSpPr>
          <p:cNvPr id="3" name="Notes Placeholder 2"/>
          <p:cNvSpPr>
            <a:spLocks noGrp="1" noRot="1" noChangeAspect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noFill/>
          <a:ln/>
        </p:spPr>
        <p:txBody>
          <a:bodyPr wrap="square" lIns="0" tIns="0" rIns="0" bIns="0" anchorCtr="0"/>
          <a:lstStyle/>
          <a:p>
            <a:pPr lvl="0">
              <a:defRPr lang="ko-KR" altLang="en-US"/>
            </a:pPr>
            <a:r>
              <a:rPr lang="en-US" altLang="en-US">
                <a:latin typeface="Arial"/>
              </a:rPr>
              <a:t/>
            </a:r>
            <a:endParaRPr lang="en-US" altLang="en-US">
              <a:latin typeface="Arial"/>
            </a:endParaRPr>
          </a:p>
        </p:txBody>
      </p:sp>
    </p:spTree>
  </p:cSld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1107000" y="812520"/>
            <a:ext cx="5345280" cy="4008960"/>
          </a:xfrm>
          <a:ln/>
        </p:spPr>
      </p:sp>
      <p:sp>
        <p:nvSpPr>
          <p:cNvPr id="3" name="Notes Placeholder 2"/>
          <p:cNvSpPr>
            <a:spLocks noGrp="1" noRot="1" noChangeAspect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noFill/>
          <a:ln/>
        </p:spPr>
        <p:txBody>
          <a:bodyPr wrap="square" lIns="0" tIns="0" rIns="0" bIns="0" anchorCtr="0"/>
          <a:lstStyle/>
          <a:p>
            <a:pPr lvl="0">
              <a:defRPr lang="ko-KR" altLang="en-US"/>
            </a:pPr>
            <a:r>
              <a:rPr lang="en-US" altLang="en-US">
                <a:latin typeface="Arial"/>
              </a:rPr>
              <a:t/>
            </a:r>
            <a:endParaRPr lang="en-US" altLang="en-US">
              <a:latin typeface="Arial"/>
            </a:endParaRPr>
          </a:p>
        </p:txBody>
      </p:sp>
    </p:spTree>
  </p:cSld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1107000" y="812520"/>
            <a:ext cx="5345280" cy="4008960"/>
          </a:xfrm>
          <a:ln/>
        </p:spPr>
      </p:sp>
      <p:sp>
        <p:nvSpPr>
          <p:cNvPr id="3" name="Notes Placeholder 2"/>
          <p:cNvSpPr>
            <a:spLocks noGrp="1" noRot="1" noChangeAspect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noFill/>
          <a:ln/>
        </p:spPr>
        <p:txBody>
          <a:bodyPr wrap="square" lIns="0" tIns="0" rIns="0" bIns="0" anchorCtr="0"/>
          <a:lstStyle/>
          <a:p>
            <a:pPr lvl="0">
              <a:defRPr lang="ko-KR" altLang="en-US"/>
            </a:pPr>
            <a:r>
              <a:rPr lang="en-US" altLang="en-US">
                <a:latin typeface="Arial"/>
              </a:rPr>
              <a:t/>
            </a:r>
            <a:endParaRPr lang="en-US" altLang="en-US">
              <a:latin typeface="Arial"/>
            </a:endParaRPr>
          </a:p>
        </p:txBody>
      </p:sp>
    </p:spTree>
  </p:cSld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1107000" y="812520"/>
            <a:ext cx="5345280" cy="4008960"/>
          </a:xfrm>
          <a:ln/>
        </p:spPr>
      </p:sp>
      <p:sp>
        <p:nvSpPr>
          <p:cNvPr id="3" name="Notes Placeholder 2"/>
          <p:cNvSpPr>
            <a:spLocks noGrp="1" noRot="1" noChangeAspect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noFill/>
          <a:ln/>
        </p:spPr>
        <p:txBody>
          <a:bodyPr wrap="square" lIns="0" tIns="0" rIns="0" bIns="0" anchorCtr="0"/>
          <a:lstStyle/>
          <a:p>
            <a:pPr lvl="0">
              <a:defRPr lang="ko-KR" altLang="en-US"/>
            </a:pPr>
            <a:r>
              <a:rPr lang="en-US" altLang="en-US">
                <a:latin typeface="Arial"/>
              </a:rPr>
              <a:t/>
            </a:r>
            <a:endParaRPr lang="en-US" altLang="en-US">
              <a:latin typeface="Arial"/>
            </a:endParaRPr>
          </a:p>
        </p:txBody>
      </p:sp>
    </p:spTree>
  </p:cSld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1107000" y="812520"/>
            <a:ext cx="5345280" cy="4008960"/>
          </a:xfrm>
          <a:ln/>
        </p:spPr>
      </p:sp>
      <p:sp>
        <p:nvSpPr>
          <p:cNvPr id="3" name="Notes Placeholder 2"/>
          <p:cNvSpPr>
            <a:spLocks noGrp="1" noRot="1" noChangeAspect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noFill/>
          <a:ln/>
        </p:spPr>
        <p:txBody>
          <a:bodyPr wrap="square" lIns="0" tIns="0" rIns="0" bIns="0" anchorCtr="0"/>
          <a:lstStyle/>
          <a:p>
            <a:pPr lvl="0">
              <a:defRPr lang="ko-KR" altLang="en-US"/>
            </a:pPr>
            <a:r>
              <a:rPr lang="en-US" altLang="en-US">
                <a:latin typeface="Arial"/>
              </a:rPr>
              <a:t/>
            </a:r>
            <a:endParaRPr lang="en-US" altLang="en-US">
              <a:latin typeface="Arial"/>
            </a:endParaRPr>
          </a:p>
        </p:txBody>
      </p:sp>
    </p:spTree>
  </p:cSld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1107000" y="812520"/>
            <a:ext cx="5345280" cy="4008960"/>
          </a:xfrm>
          <a:ln/>
        </p:spPr>
      </p:sp>
      <p:sp>
        <p:nvSpPr>
          <p:cNvPr id="3" name="Notes Placeholder 2"/>
          <p:cNvSpPr>
            <a:spLocks noGrp="1" noRot="1" noChangeAspect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noFill/>
          <a:ln/>
        </p:spPr>
        <p:txBody>
          <a:bodyPr wrap="square" lIns="0" tIns="0" rIns="0" bIns="0" anchorCtr="0"/>
          <a:lstStyle/>
          <a:p>
            <a:pPr lvl="0">
              <a:defRPr lang="ko-KR" altLang="en-US"/>
            </a:pPr>
            <a:r>
              <a:rPr lang="en-US" altLang="en-US">
                <a:latin typeface="Arial"/>
              </a:rPr>
              <a:t/>
            </a:r>
            <a:endParaRPr lang="en-US" altLang="en-US">
              <a:latin typeface="Arial"/>
            </a:endParaRPr>
          </a:p>
        </p:txBody>
      </p:sp>
    </p:spTree>
  </p:cSld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algn="ctr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 sz="1400"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ctr"/>
          <a:lstStyle>
            <a:lvl1pPr algn="ctr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 sz="1400"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9447-1FF1-4571-A7A1-75F1CAF7F5D9}" type="datetime1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‹#›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Relationship Id="slslideMaster7Image1" Type="http://schemas.openxmlformats.org/officeDocument/2006/relationships/image" Target="../media/image1.jpeg"  /></Relationships>
</file>

<file path=ppt/slideMasters/_rels/slideMaster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10" Type="http://schemas.openxmlformats.org/officeDocument/2006/relationships/slideLayout" Target="../slideLayouts/slideLayout21.xml"  /><Relationship Id="rId11" Type="http://schemas.openxmlformats.org/officeDocument/2006/relationships/slideLayout" Target="../slideLayouts/slideLayout22.xml"  /><Relationship Id="rId12" Type="http://schemas.openxmlformats.org/officeDocument/2006/relationships/theme" Target="../theme/theme2.xml"  /><Relationship Id="rId2" Type="http://schemas.openxmlformats.org/officeDocument/2006/relationships/slideLayout" Target="../slideLayouts/slideLayout13.xml"  /><Relationship Id="rId3" Type="http://schemas.openxmlformats.org/officeDocument/2006/relationships/slideLayout" Target="../slideLayouts/slideLayout14.xml"  /><Relationship Id="rId4" Type="http://schemas.openxmlformats.org/officeDocument/2006/relationships/slideLayout" Target="../slideLayouts/slideLayout15.xml"  /><Relationship Id="rId5" Type="http://schemas.openxmlformats.org/officeDocument/2006/relationships/slideLayout" Target="../slideLayouts/slideLayout16.xml"  /><Relationship Id="rId6" Type="http://schemas.openxmlformats.org/officeDocument/2006/relationships/slideLayout" Target="../slideLayouts/slideLayout17.xml"  /><Relationship Id="rId7" Type="http://schemas.openxmlformats.org/officeDocument/2006/relationships/slideLayout" Target="../slideLayouts/slideLayout18.xml"  /><Relationship Id="rId8" Type="http://schemas.openxmlformats.org/officeDocument/2006/relationships/slideLayout" Target="../slideLayouts/slideLayout19.xml"  /><Relationship Id="rId9" Type="http://schemas.openxmlformats.org/officeDocument/2006/relationships/slideLayout" Target="../slideLayouts/slideLayout20.xml" 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ceholder 3" descr="1000000000000421000000B881081EC8A17CDA3C.jpg"/>
          <p:cNvPicPr>
            <a:picLocks noChangeAspect="1" noGrp="1"/>
          </p:cNvPicPr>
          <p:nvPr userDrawn="1"/>
        </p:nvPicPr>
        <p:blipFill>
          <a:blip r:embed="slslideMaster7Image1">
            <a:lum bright="0000" contrast="0000"/>
          </a:blip>
          <a:stretch>
            <a:fillRect/>
          </a:stretch>
        </p:blipFill>
        <p:spPr>
          <a:xfrm xmlns:manifest="urn:oasis:names:tc:opendocument:xmlns:manifest:1.0">
            <a:off x="0" y="5806440"/>
            <a:ext cx="10079640" cy="1754280"/>
          </a:xfrm>
          <a:prstGeom prst="rect">
            <a:avLst/>
          </a:prstGeom>
          <a:ln xmlns:meta="urn:oasis:names:tc:opendocument:xmlns:meta:1.0">
            <a:noFill/>
          </a:ln>
        </p:spPr>
      </p:pic>
      <p:sp>
        <p:nvSpPr>
          <p:cNvPr name="Title Placeholder 1" id="3"/>
          <p:cNvSpPr>
            <a:spLocks noGrp="1"/>
          </p:cNvSpPr>
          <p:nvPr>
            <p:ph type="title"/>
          </p:nvPr>
        </p:nvSpPr>
        <p:spPr>
          <a:xfrm xmlns:manifest="urn:oasis:names:tc:opendocument:xmlns:manifest:1.0">
            <a:off x="0" y="2341080"/>
            <a:ext cx="9071640" cy="1262160"/>
          </a:xfrm>
          <a:prstGeom prst="rect">
            <a:avLst/>
          </a:prstGeom>
          <a:noFill xmlns:manifest="urn:oasis:names:tc:opendocument:xmlns:manifest:1.0"/>
          <a:ln xmlns:meta="urn:oasis:names:tc:opendocument:xmlns:meta:1.0">
            <a:noFill/>
          </a:ln>
        </p:spPr>
        <p:txBody>
          <a:bodyPr tIns="0" bIns="0" lIns="0" rIns="0" anchor="ctr" anchorCtr="0" wrap="square"/>
          <a:p>
            <a:r>
              <a:rPr dirty="0" smtClean="0" lang="en-US"/>
              <a:t>Click to edit the title text format</a:t>
            </a:r>
            <a:endParaRPr lang="en-US" dirty="0"/>
          </a:p>
        </p:txBody>
      </p:sp>
      <p:sp>
        <p:nvSpPr>
          <p:cNvPr name="Text Placeholder 2" id="4"/>
          <p:cNvSpPr>
            <a:spLocks noGrp="1"/>
          </p:cNvSpPr>
          <p:nvPr>
            <p:ph type="body" idx="1"/>
          </p:nvPr>
        </p:nvSpPr>
        <p:spPr>
          <a:xfrm xmlns:manifest="urn:oasis:names:tc:opendocument:xmlns:manifest:1.0">
            <a:off x="504000" y="4056120"/>
            <a:ext cx="9071640" cy="2097360"/>
          </a:xfrm>
          <a:prstGeom prst="rect">
            <a:avLst/>
          </a:prstGeom>
          <a:noFill xmlns:manifest="urn:oasis:names:tc:opendocument:xmlns:manifest:1.0"/>
          <a:ln xmlns:meta="urn:oasis:names:tc:opendocument:xmlns:meta:1.0">
            <a:noFill/>
          </a:ln>
        </p:spPr>
        <p:txBody>
          <a:bodyPr tIns="0" bIns="0" lIns="0" rIns="0" anchorCtr="0" wrap="square"/>
          <a:lstStyle/>
          <a:p>
            <a:pPr lvl="0"/>
            <a:r>
              <a:rPr smtClean="0" lang="en-US"/>
              <a:t>Click to edit the outline text format</a:t>
            </a:r>
          </a:p>
          <a:p>
            <a:pPr lvl="1"/>
            <a:r>
              <a:rPr smtClean="0" lang="en-US"/>
              <a:t>Second Outline Level</a:t>
            </a:r>
          </a:p>
          <a:p>
            <a:pPr lvl="2"/>
            <a:r>
              <a:rPr smtClean="0" lang="en-US"/>
              <a:t>Third Outline Level</a:t>
            </a:r>
          </a:p>
          <a:p>
            <a:pPr lvl="3"/>
            <a:r>
              <a:rPr smtClean="0" lang="en-US"/>
              <a:t>Fourth Outline Level</a:t>
            </a:r>
          </a:p>
          <a:p>
            <a:pPr lvl="4"/>
            <a:r>
              <a:rPr smtClean="0" lang="en-US"/>
              <a:t>Fifth Outline Level</a:t>
            </a:r>
          </a:p>
          <a:p>
            <a:pPr lvl="5"/>
            <a:r>
              <a:rPr smtClean="0" lang="en-US"/>
              <a:t>Sixth Outline Level</a:t>
            </a:r>
          </a:p>
          <a:p>
            <a:pPr lvl="6"/>
            <a:r>
              <a:rPr smtClean="0" lang="en-US"/>
              <a:t>Seventh Outline Level</a:t>
            </a:r>
          </a:p>
          <a:p>
            <a:pPr lvl="7"/>
            <a:r>
              <a:rPr smtClean="0" lang="en-US"/>
              <a:t>Eighth Outline Level</a:t>
            </a:r>
          </a:p>
          <a:p>
            <a:pPr lvl="8"/>
            <a:r>
              <a:rPr smtClean="0" lang="en-US"/>
              <a:t>Ninth Outline Level</a:t>
            </a:r>
            <a:endParaRPr lang="en-US"/>
          </a:p>
        </p:txBody>
      </p:sp>
      <p:sp>
        <p:nvSpPr>
          <p:cNvPr name="Date Placeholder 3" id="16363"/>
          <p:cNvSpPr>
            <a:spLocks noGrp="1"/>
          </p:cNvSpPr>
          <p:nvPr>
            <p:ph type="dt" sz="half" idx="2"/>
          </p:nvPr>
        </p:nvSpPr>
        <p:spPr>
          <a:xfrm xmlns:manifest="urn:oasis:names:tc:opendocument:xmlns:manifest:1.0">
            <a:off x="504000" y="6887160"/>
            <a:ext cx="2348280" cy="521280"/>
          </a:xfrm>
          <a:prstGeom prst="rect">
            <a:avLst/>
          </a:prstGeom>
          <a:noFill xmlns:manifest="urn:oasis:names:tc:opendocument:xmlns:manifest:1.0"/>
          <a:ln xmlns:meta="urn:oasis:names:tc:opendocument:xmlns:meta:1.0">
            <a:noFill/>
          </a:ln>
        </p:spPr>
        <p:txBody>
          <a:bodyPr tIns="0" bIns="0" lIns="0" rIns="0" anchorCtr="0" wrap="square"/>
          <a:lstStyle>
            <a:lvl1pPr algn="l">
              <a:defRPr sz="1400" lang="en-US" kern="0">
                <a:solidFill>
                  <a:srgbClr val="000000"/>
                </a:solidFill>
                <a:latin typeface="Times New Roman" pitchFamily="0" charset="0"/>
              </a:defRPr>
            </a:lvl1pPr>
          </a:lstStyle>
          <a:p>
            <a:pPr>
              <a:tabLst xmlns:manifest="urn:oasis:names:tc:opendocument:xmlns:manifest:1.0"/>
            </a:pPr>
            <a:fld id="{11859447-1FF1-4571-A7A1-75F1CAF7F5D9}" type="datetime1">
              <a:rPr dirty="0" smtClean="0" lang="en-US" sz="1400"/>
              <a:t/>
            </a:fld>
          </a:p>
        </p:txBody>
      </p:sp>
      <p:sp>
        <p:nvSpPr>
          <p:cNvPr name="Footer Placeholder 4" id="16361"/>
          <p:cNvSpPr>
            <a:spLocks noGrp="1"/>
          </p:cNvSpPr>
          <p:nvPr>
            <p:ph type="ftr" sz="quarter" idx="3"/>
          </p:nvPr>
        </p:nvSpPr>
        <p:spPr>
          <a:xfrm xmlns:manifest="urn:oasis:names:tc:opendocument:xmlns:manifest:1.0">
            <a:off x="3447360" y="6887160"/>
            <a:ext cx="3195000" cy="521280"/>
          </a:xfrm>
          <a:prstGeom prst="rect">
            <a:avLst/>
          </a:prstGeom>
          <a:noFill xmlns:manifest="urn:oasis:names:tc:opendocument:xmlns:manifest:1.0"/>
          <a:ln xmlns:meta="urn:oasis:names:tc:opendocument:xmlns:meta:1.0">
            <a:noFill/>
          </a:ln>
        </p:spPr>
        <p:txBody>
          <a:bodyPr tIns="0" bIns="0" lIns="0" rIns="0" anchorCtr="0" wrap="square"/>
          <a:lstStyle>
            <a:lvl1pPr algn="ctr">
              <a:defRPr sz="1400" lang="en-US" kern="0">
                <a:solidFill>
                  <a:srgbClr val="000000"/>
                </a:solidFill>
                <a:latin typeface="Times New Roman" pitchFamily="0" charset="0"/>
              </a:defRPr>
            </a:lvl1pPr>
          </a:lstStyle>
          <a:p>
            <a:pPr algn="ctr">
              <a:tabLst xmlns:manifest="urn:oasis:names:tc:opendocument:xmlns:manifest:1.0"/>
            </a:pPr>
            <a:r>
              <a:rPr dirty="0" smtClean="0" lang="en-US" sz="1400"/>
              <a:t/>
            </a:r>
            <a:endParaRPr dirty="0" smtClean="0"/>
          </a:p>
        </p:txBody>
      </p:sp>
      <p:sp>
        <p:nvSpPr>
          <p:cNvPr name="Slide Number Placeholder 5" id="16362"/>
          <p:cNvSpPr>
            <a:spLocks noGrp="1"/>
          </p:cNvSpPr>
          <p:nvPr>
            <p:ph type="sldNum" sz="quarter" idx="4"/>
          </p:nvPr>
        </p:nvSpPr>
        <p:spPr>
          <a:xfrm xmlns:manifest="urn:oasis:names:tc:opendocument:xmlns:manifest:1.0">
            <a:off x="7227360" y="6887160"/>
            <a:ext cx="2348280" cy="521280"/>
          </a:xfrm>
          <a:prstGeom prst="rect">
            <a:avLst/>
          </a:prstGeom>
          <a:noFill xmlns:manifest="urn:oasis:names:tc:opendocument:xmlns:manifest:1.0"/>
          <a:ln xmlns:meta="urn:oasis:names:tc:opendocument:xmlns:meta:1.0">
            <a:noFill/>
          </a:ln>
        </p:spPr>
        <p:txBody>
          <a:bodyPr tIns="0" bIns="0" lIns="0" rIns="0" anchorCtr="0" wrap="square"/>
          <a:lstStyle>
            <a:lvl1pPr algn="r">
              <a:defRPr sz="1400" lang="en-US" kern="0">
                <a:solidFill>
                  <a:srgbClr val="000000"/>
                </a:solidFill>
                <a:latin typeface="Times New Roman" pitchFamily="0" charset="0"/>
              </a:defRPr>
            </a:lvl1pPr>
          </a:lstStyle>
          <a:p>
            <a:pPr algn="r">
              <a:tabLst xmlns:manifest="urn:oasis:names:tc:opendocument:xmlns:manifest:1.0"/>
            </a:pPr>
            <a:fld id="{763D1470-AB83-4C4C-B3B3-7F0C9DC8E8D6}" type="slidenum">
              <a:rPr dirty="0" smtClean="0" lang="en-US" sz="1400"/>
              <a:t>&lt;숫자&gt;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buNone/>
        <a:defRPr sz="4400" kern="1200">
          <a:solidFill>
            <a:srgbClr val="006699"/>
          </a:solidFill>
          <a:latin typeface="Liberation Sans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 xmlns:manifest="urn:oasis:names:tc:opendocument:xmlns:manifest:1.0">
          <a:spcPts val="1418"/>
        </a:spcBef>
        <a:spcAft xmlns:manifest="urn:oasis:names:tc:opendocument:xmlns:manifest:1.0">
          <a:spcPts val="0"/>
        </a:spcAft>
        <a:defRPr sz="3200" u="none" kern="1200">
          <a:solidFill>
            <a:srgbClr val="000000"/>
          </a:solidFill>
          <a:latin typeface="Liberation Sans"/>
          <a:ea typeface="+mn-ea"/>
          <a:cs typeface="+mn-cs"/>
        </a:defRPr>
      </a:lvl1pPr>
      <a:lvl2pPr marL="0" indent="0" algn="l" defTabSz="914400" rtl="0" eaLnBrk="1" latinLnBrk="0" hangingPunct="1">
        <a:spcBef xmlns:manifest="urn:oasis:names:tc:opendocument:xmlns:manifest:1.0">
          <a:spcPts val="1134"/>
        </a:spcBef>
        <a:spcAft xmlns:manifest="urn:oasis:names:tc:opendocument:xmlns:manifest:1.0">
          <a:spcPts val="0"/>
        </a:spcAft>
        <a:defRPr sz="2800" u="none" kern="0" spc="0">
          <a:solidFill>
            <a:srgbClr val="000000"/>
          </a:solidFill>
          <a:latin typeface="Liberation Sans"/>
          <a:ea typeface="+mn-ea"/>
          <a:cs typeface="+mn-cs"/>
        </a:defRPr>
      </a:lvl2pPr>
      <a:lvl3pPr marL="0" indent="0" algn="l" defTabSz="914400" rtl="0" eaLnBrk="1" latinLnBrk="0" hangingPunct="1">
        <a:spcBef xmlns:manifest="urn:oasis:names:tc:opendocument:xmlns:manifest:1.0">
          <a:spcPts val="851"/>
        </a:spcBef>
        <a:spcAft xmlns:manifest="urn:oasis:names:tc:opendocument:xmlns:manifest:1.0">
          <a:spcPts val="0"/>
        </a:spcAft>
        <a:defRPr sz="2400" u="none" kern="0" spc="0">
          <a:solidFill>
            <a:srgbClr val="000000"/>
          </a:solidFill>
          <a:latin typeface="Liberation Sans"/>
          <a:ea typeface="+mn-ea"/>
          <a:cs typeface="+mn-cs"/>
        </a:defRPr>
      </a:lvl3pPr>
      <a:lvl4pPr marL="0" indent="0" algn="l" defTabSz="914400" rtl="0" eaLnBrk="1" latinLnBrk="0" hangingPunct="1">
        <a:spcBef xmlns:manifest="urn:oasis:names:tc:opendocument:xmlns:manifest:1.0">
          <a:spcPts val="567"/>
        </a:spcBef>
        <a:spcAft xmlns:manifest="urn:oasis:names:tc:opendocument:xmlns:manifest:1.0">
          <a:spcPts val="0"/>
        </a:spcAft>
        <a:defRPr sz="2000" u="none" kern="0" spc="0">
          <a:solidFill>
            <a:srgbClr val="000000"/>
          </a:solidFill>
          <a:latin typeface="Liberation Sans"/>
          <a:ea typeface="+mn-ea"/>
          <a:cs typeface="+mn-cs"/>
        </a:defRPr>
      </a:lvl4pPr>
      <a:lvl5pPr marL="0" indent="0" algn="l" defTabSz="914400" rtl="0" eaLnBrk="1" latinLnBrk="0" hangingPunct="1">
        <a:spcBef xmlns:manifest="urn:oasis:names:tc:opendocument:xmlns:manifest:1.0">
          <a:spcPts val="284"/>
        </a:spcBef>
        <a:spcAft xmlns:manifest="urn:oasis:names:tc:opendocument:xmlns:manifest:1.0">
          <a:spcPts val="0"/>
        </a:spcAft>
        <a:defRPr sz="2000" u="none" kern="0" spc="0">
          <a:solidFill>
            <a:srgbClr val="000000"/>
          </a:solidFill>
          <a:latin typeface="Liberation Sans"/>
          <a:ea typeface="+mn-ea"/>
          <a:cs typeface="+mn-cs"/>
        </a:defRPr>
      </a:lvl5pPr>
      <a:lvl6pPr marL="0" indent="0" algn="l" defTabSz="914400" rtl="0" eaLnBrk="1" latinLnBrk="0" hangingPunct="1">
        <a:spcBef xmlns:manifest="urn:oasis:names:tc:opendocument:xmlns:manifest:1.0">
          <a:spcPts val="284"/>
        </a:spcBef>
        <a:spcAft xmlns:manifest="urn:oasis:names:tc:opendocument:xmlns:manifest:1.0">
          <a:spcPts val="0"/>
        </a:spcAft>
        <a:defRPr sz="2000" u="none" kern="0" spc="0">
          <a:solidFill>
            <a:srgbClr val="000000"/>
          </a:solidFill>
          <a:latin typeface="Liberation Sans"/>
          <a:ea typeface="+mn-ea"/>
          <a:cs typeface="+mn-cs"/>
        </a:defRPr>
      </a:lvl6pPr>
      <a:lvl7pPr marL="0" indent="0" algn="l" defTabSz="914400" rtl="0" eaLnBrk="1" latinLnBrk="0" hangingPunct="1">
        <a:spcBef xmlns:manifest="urn:oasis:names:tc:opendocument:xmlns:manifest:1.0">
          <a:spcPts val="284"/>
        </a:spcBef>
        <a:spcAft xmlns:manifest="urn:oasis:names:tc:opendocument:xmlns:manifest:1.0">
          <a:spcPts val="0"/>
        </a:spcAft>
        <a:defRPr sz="2000" u="none" kern="0" spc="0">
          <a:solidFill>
            <a:srgbClr val="000000"/>
          </a:solidFill>
          <a:latin typeface="Liberation Sans"/>
          <a:ea typeface="+mn-ea"/>
          <a:cs typeface="+mn-cs"/>
        </a:defRPr>
      </a:lvl7pPr>
      <a:lvl8pPr marL="0" indent="0" algn="l" defTabSz="914400" rtl="0" eaLnBrk="1" latinLnBrk="0" hangingPunct="1">
        <a:spcBef xmlns:manifest="urn:oasis:names:tc:opendocument:xmlns:manifest:1.0">
          <a:spcPts val="284"/>
        </a:spcBef>
        <a:spcAft xmlns:manifest="urn:oasis:names:tc:opendocument:xmlns:manifest:1.0">
          <a:spcPts val="0"/>
        </a:spcAft>
        <a:defRPr sz="2000" u="none" kern="0" spc="0">
          <a:solidFill>
            <a:srgbClr val="000000"/>
          </a:solidFill>
          <a:latin typeface="Liberation Sans"/>
          <a:ea typeface="+mn-ea"/>
          <a:cs typeface="+mn-cs"/>
        </a:defRPr>
      </a:lvl8pPr>
      <a:lvl9pPr marL="0" indent="0" algn="l" defTabSz="914400" rtl="0" eaLnBrk="1" latinLnBrk="0" hangingPunct="1">
        <a:spcBef xmlns:manifest="urn:oasis:names:tc:opendocument:xmlns:manifest:1.0">
          <a:spcPts val="284"/>
        </a:spcBef>
        <a:spcAft xmlns:manifest="urn:oasis:names:tc:opendocument:xmlns:manifest:1.0">
          <a:spcPts val="0"/>
        </a:spcAft>
        <a:defRPr sz="2000" u="none" kern="0" spc="0">
          <a:solidFill>
            <a:srgbClr val="000000"/>
          </a:solidFill>
          <a:latin typeface="Liberation Sans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meta="urn:oasis:names:tc:opendocument:xmlns:meta:1.0">
        <p:nvSpPr>
          <p:cNvPr id="2" name="Rectangle Custom 1"/>
          <p:cNvSpPr/>
          <p:nvPr/>
        </p:nvSpPr>
        <p:spPr>
          <a:xfrm xmlns:manifest="urn:oasis:names:tc:opendocument:xmlns:manifest:1.0">
            <a:off x="0" y="0"/>
            <a:ext cx="10076760" cy="941760"/>
          </a:xfrm>
          <a:prstGeom prst="rect">
            <a:avLst/>
          </a:prstGeom>
          <a:gradFill xmlns:manifest="urn:oasis:names:tc:opendocument:xmlns:manifest:1.0" flip="none" rotWithShape="0">
            <a:gsLst>
              <a:gs pos="0">
                <a:srgbClr val="dff2fc"/>
              </a:gs>
              <a:gs pos="100000">
                <a:srgbClr val="009bdd"/>
              </a:gs>
            </a:gsLst>
            <a:lin scaled="1" ang="10800000"/>
            <a:tileRect/>
          </a:gradFill>
          <a:ln w="0">
            <a:noFill/>
          </a:ln>
        </p:spPr>
        <p:style>
          <a:lnRef idx="0">
            <a:schemeClr val="dk1"/>
          </a:lnRef>
          <a:fillRef idx="0">
            <a:srgbClr val="99ccff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anchorCtr="0" lIns="0" tIns="0" rIns="0" bIns="0" wrap="none"/>
          <a:p>
            <a:endParaRPr lang="en-US" dirty="0" smtClean="0" sz="1800">
              <a:latin charset="0" typeface="Arial"/>
            </a:endParaRPr>
          </a:p>
        </p:txBody>
      </p:sp>
      <p:sp xmlns:meta="urn:oasis:names:tc:opendocument:xmlns:meta:1.0">
        <p:nvSpPr>
          <p:cNvPr id="3" name="Rectangle Custom 2"/>
          <p:cNvSpPr/>
          <p:nvPr/>
        </p:nvSpPr>
        <p:spPr>
          <a:xfrm xmlns:manifest="urn:oasis:names:tc:opendocument:xmlns:manifest:1.0">
            <a:off x="0" y="6620400"/>
            <a:ext cx="10076760" cy="941760"/>
          </a:xfrm>
          <a:prstGeom prst="rect">
            <a:avLst/>
          </a:prstGeom>
          <a:gradFill xmlns:manifest="urn:oasis:names:tc:opendocument:xmlns:manifest:1.0" flip="none" rotWithShape="0">
            <a:gsLst>
              <a:gs pos="0">
                <a:srgbClr val="dff2fc"/>
              </a:gs>
              <a:gs pos="100000">
                <a:srgbClr val="009bdd"/>
              </a:gs>
            </a:gsLst>
            <a:lin scaled="1" ang="10800000"/>
            <a:tileRect/>
          </a:gradFill>
          <a:ln w="0">
            <a:noFill/>
          </a:ln>
        </p:spPr>
        <p:style>
          <a:lnRef idx="0">
            <a:schemeClr val="dk1"/>
          </a:lnRef>
          <a:fillRef idx="0">
            <a:srgbClr val="99ccff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anchorCtr="0" lIns="0" tIns="0" rIns="0" bIns="0" wrap="none"/>
          <a:p>
            <a:endParaRPr lang="en-US" dirty="0" smtClean="0" sz="1800">
              <a:latin charset="0" typeface="Arial"/>
            </a:endParaRPr>
          </a:p>
        </p:txBody>
      </p:sp>
      <p:sp>
        <p:nvSpPr>
          <p:cNvPr name="Title Placeholder 1" id="4"/>
          <p:cNvSpPr>
            <a:spLocks noGrp="1"/>
          </p:cNvSpPr>
          <p:nvPr>
            <p:ph type="title"/>
          </p:nvPr>
        </p:nvSpPr>
        <p:spPr>
          <a:xfrm xmlns:manifest="urn:oasis:names:tc:opendocument:xmlns:manifest:1.0">
            <a:off x="504000" y="301320"/>
            <a:ext cx="9071640" cy="637560"/>
          </a:xfrm>
          <a:prstGeom prst="rect">
            <a:avLst/>
          </a:prstGeom>
          <a:noFill xmlns:manifest="urn:oasis:names:tc:opendocument:xmlns:manifest:1.0"/>
          <a:ln xmlns:meta="urn:oasis:names:tc:opendocument:xmlns:meta:1.0">
            <a:noFill/>
          </a:ln>
        </p:spPr>
        <p:txBody>
          <a:bodyPr tIns="0" bIns="0" lIns="0" rIns="0" anchor="ctr" anchorCtr="0" wrap="square"/>
          <a:p>
            <a:r>
              <a:rPr dirty="0" smtClean="0" lang="en-US"/>
              <a:t>Click to edit the title text format</a:t>
            </a:r>
            <a:endParaRPr lang="en-US" dirty="0"/>
          </a:p>
        </p:txBody>
      </p:sp>
      <p:sp>
        <p:nvSpPr>
          <p:cNvPr name="Text Placeholder 2" id="5"/>
          <p:cNvSpPr>
            <a:spLocks noGrp="1"/>
          </p:cNvSpPr>
          <p:nvPr>
            <p:ph type="body" idx="1"/>
          </p:nvPr>
        </p:nvSpPr>
        <p:spPr>
          <a:xfrm xmlns:manifest="urn:oasis:names:tc:opendocument:xmlns:manifest:1.0">
            <a:off x="504000" y="1769040"/>
            <a:ext cx="9071640" cy="4384440"/>
          </a:xfrm>
          <a:prstGeom prst="rect">
            <a:avLst/>
          </a:prstGeom>
          <a:noFill xmlns:manifest="urn:oasis:names:tc:opendocument:xmlns:manifest:1.0"/>
          <a:ln xmlns:meta="urn:oasis:names:tc:opendocument:xmlns:meta:1.0">
            <a:noFill/>
          </a:ln>
        </p:spPr>
        <p:txBody>
          <a:bodyPr tIns="0" bIns="0" lIns="0" rIns="0" anchorCtr="0" wrap="square"/>
          <a:lstStyle/>
          <a:p>
            <a:pPr lvl="0"/>
            <a:r>
              <a:rPr smtClean="0" lang="en-US"/>
              <a:t>Click to edit the outline text format</a:t>
            </a:r>
          </a:p>
          <a:p>
            <a:pPr lvl="1"/>
            <a:r>
              <a:rPr smtClean="0" lang="en-US"/>
              <a:t>Second Outline Level</a:t>
            </a:r>
          </a:p>
          <a:p>
            <a:pPr lvl="2"/>
            <a:r>
              <a:rPr smtClean="0" lang="en-US"/>
              <a:t>Third Outline Level</a:t>
            </a:r>
          </a:p>
          <a:p>
            <a:pPr lvl="3"/>
            <a:r>
              <a:rPr smtClean="0" lang="en-US"/>
              <a:t>Fourth Outline Level</a:t>
            </a:r>
          </a:p>
          <a:p>
            <a:pPr lvl="4"/>
            <a:r>
              <a:rPr smtClean="0" lang="en-US"/>
              <a:t>Fifth Outline Level</a:t>
            </a:r>
          </a:p>
          <a:p>
            <a:pPr lvl="5"/>
            <a:r>
              <a:rPr smtClean="0" lang="en-US"/>
              <a:t>Sixth Outline Level</a:t>
            </a:r>
          </a:p>
          <a:p>
            <a:pPr lvl="6"/>
            <a:r>
              <a:rPr smtClean="0" lang="en-US"/>
              <a:t>Seventh Outline Level</a:t>
            </a:r>
          </a:p>
          <a:p>
            <a:pPr lvl="7"/>
            <a:r>
              <a:rPr smtClean="0" lang="en-US"/>
              <a:t>Eighth Outline Level</a:t>
            </a:r>
          </a:p>
          <a:p>
            <a:pPr lvl="8"/>
            <a:r>
              <a:rPr smtClean="0" lang="en-US"/>
              <a:t>Ninth Outline Level</a:t>
            </a:r>
            <a:endParaRPr lang="en-US"/>
          </a:p>
        </p:txBody>
      </p:sp>
      <p:sp>
        <p:nvSpPr>
          <p:cNvPr name="Date Placeholder 3" id="16363"/>
          <p:cNvSpPr>
            <a:spLocks noGrp="1"/>
          </p:cNvSpPr>
          <p:nvPr>
            <p:ph type="dt" sz="half" idx="2"/>
          </p:nvPr>
        </p:nvSpPr>
        <p:spPr>
          <a:xfrm xmlns:manifest="urn:oasis:names:tc:opendocument:xmlns:manifest:1.0">
            <a:off x="504000" y="6887160"/>
            <a:ext cx="2348280" cy="521280"/>
          </a:xfrm>
          <a:prstGeom prst="rect">
            <a:avLst/>
          </a:prstGeom>
          <a:noFill xmlns:manifest="urn:oasis:names:tc:opendocument:xmlns:manifest:1.0"/>
          <a:ln xmlns:meta="urn:oasis:names:tc:opendocument:xmlns:meta:1.0">
            <a:noFill/>
          </a:ln>
        </p:spPr>
        <p:txBody>
          <a:bodyPr tIns="0" bIns="0" lIns="0" rIns="0" anchorCtr="0" wrap="square"/>
          <a:lstStyle>
            <a:lvl1pPr algn="l">
              <a:defRPr sz="1400" lang="en-US" kern="0">
                <a:solidFill>
                  <a:srgbClr val="000000"/>
                </a:solidFill>
                <a:latin typeface="Times New Roman" pitchFamily="0" charset="0"/>
              </a:defRPr>
            </a:lvl1pPr>
          </a:lstStyle>
          <a:p>
            <a:pPr>
              <a:tabLst xmlns:manifest="urn:oasis:names:tc:opendocument:xmlns:manifest:1.0"/>
            </a:pPr>
            <a:fld id="{11859447-1FF1-4571-A7A1-75F1CAF7F5D9}" type="datetime1">
              <a:rPr dirty="0" smtClean="0" lang="en-US" sz="1400"/>
              <a:t/>
            </a:fld>
          </a:p>
        </p:txBody>
      </p:sp>
      <p:sp>
        <p:nvSpPr>
          <p:cNvPr name="Footer Placeholder 4" id="16361"/>
          <p:cNvSpPr>
            <a:spLocks noGrp="1"/>
          </p:cNvSpPr>
          <p:nvPr>
            <p:ph type="ftr" sz="quarter" idx="3"/>
          </p:nvPr>
        </p:nvSpPr>
        <p:spPr>
          <a:xfrm xmlns:manifest="urn:oasis:names:tc:opendocument:xmlns:manifest:1.0">
            <a:off x="3447360" y="6887160"/>
            <a:ext cx="3195000" cy="521280"/>
          </a:xfrm>
          <a:prstGeom prst="rect">
            <a:avLst/>
          </a:prstGeom>
          <a:noFill xmlns:manifest="urn:oasis:names:tc:opendocument:xmlns:manifest:1.0"/>
          <a:ln xmlns:meta="urn:oasis:names:tc:opendocument:xmlns:meta:1.0">
            <a:noFill/>
          </a:ln>
        </p:spPr>
        <p:txBody>
          <a:bodyPr tIns="0" bIns="0" lIns="0" rIns="0" anchorCtr="0" wrap="square"/>
          <a:lstStyle>
            <a:lvl1pPr algn="ctr">
              <a:defRPr sz="1400" lang="en-US" kern="0">
                <a:solidFill>
                  <a:srgbClr val="000000"/>
                </a:solidFill>
                <a:latin typeface="Times New Roman" pitchFamily="0" charset="0"/>
              </a:defRPr>
            </a:lvl1pPr>
          </a:lstStyle>
          <a:p>
            <a:pPr algn="ctr">
              <a:tabLst xmlns:manifest="urn:oasis:names:tc:opendocument:xmlns:manifest:1.0"/>
            </a:pPr>
            <a:r>
              <a:rPr dirty="0" smtClean="0" lang="en-US" sz="1400"/>
              <a:t/>
            </a:r>
            <a:endParaRPr dirty="0" smtClean="0"/>
          </a:p>
        </p:txBody>
      </p:sp>
      <p:sp>
        <p:nvSpPr>
          <p:cNvPr name="Slide Number Placeholder 5" id="16362"/>
          <p:cNvSpPr>
            <a:spLocks noGrp="1"/>
          </p:cNvSpPr>
          <p:nvPr>
            <p:ph type="sldNum" sz="quarter" idx="4"/>
          </p:nvPr>
        </p:nvSpPr>
        <p:spPr>
          <a:xfrm xmlns:manifest="urn:oasis:names:tc:opendocument:xmlns:manifest:1.0">
            <a:off x="7227360" y="6887160"/>
            <a:ext cx="2348280" cy="521280"/>
          </a:xfrm>
          <a:prstGeom prst="rect">
            <a:avLst/>
          </a:prstGeom>
          <a:noFill xmlns:manifest="urn:oasis:names:tc:opendocument:xmlns:manifest:1.0"/>
          <a:ln xmlns:meta="urn:oasis:names:tc:opendocument:xmlns:meta:1.0">
            <a:noFill/>
          </a:ln>
        </p:spPr>
        <p:txBody>
          <a:bodyPr tIns="0" bIns="0" lIns="0" rIns="0" anchorCtr="0" wrap="square"/>
          <a:lstStyle>
            <a:lvl1pPr algn="r">
              <a:defRPr sz="1400" lang="en-US" kern="0">
                <a:solidFill>
                  <a:srgbClr val="000000"/>
                </a:solidFill>
                <a:latin typeface="Times New Roman" pitchFamily="0" charset="0"/>
              </a:defRPr>
            </a:lvl1pPr>
          </a:lstStyle>
          <a:p>
            <a:pPr algn="r">
              <a:tabLst xmlns:manifest="urn:oasis:names:tc:opendocument:xmlns:manifest:1.0"/>
            </a:pPr>
            <a:fld id="{763D1470-AB83-4C4C-B3B3-7F0C9DC8E8D6}" type="slidenum">
              <a:rPr dirty="0" smtClean="0" lang="en-US" sz="1400"/>
              <a:t>&lt;숫자&gt;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buNone/>
        <a:defRPr sz="4400" kern="1200">
          <a:solidFill>
            <a:srgbClr val="ffffff"/>
          </a:solidFill>
          <a:latin typeface="Liberation Sans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 xmlns:manifest="urn:oasis:names:tc:opendocument:xmlns:manifest:1.0">
          <a:spcPts val="1418"/>
        </a:spcBef>
        <a:spcAft xmlns:manifest="urn:oasis:names:tc:opendocument:xmlns:manifest:1.0">
          <a:spcPts val="0"/>
        </a:spcAft>
        <a:defRPr sz="3200" u="none" kern="1200">
          <a:solidFill>
            <a:srgbClr val="0066cc"/>
          </a:solidFill>
          <a:latin typeface="Liberation Sans"/>
          <a:ea typeface="+mn-ea"/>
          <a:cs typeface="+mn-cs"/>
        </a:defRPr>
      </a:lvl1pPr>
      <a:lvl2pPr marL="0" indent="0" algn="l" defTabSz="914400" rtl="0" eaLnBrk="1" latinLnBrk="0" hangingPunct="1">
        <a:spcBef xmlns:manifest="urn:oasis:names:tc:opendocument:xmlns:manifest:1.0">
          <a:spcPts val="1134"/>
        </a:spcBef>
        <a:spcAft xmlns:manifest="urn:oasis:names:tc:opendocument:xmlns:manifest:1.0">
          <a:spcPts val="0"/>
        </a:spcAft>
        <a:defRPr sz="2800" u="none" kern="0" spc="0">
          <a:solidFill>
            <a:srgbClr val="0066cc"/>
          </a:solidFill>
          <a:latin typeface="Liberation Sans"/>
          <a:ea typeface="+mn-ea"/>
          <a:cs typeface="+mn-cs"/>
        </a:defRPr>
      </a:lvl2pPr>
      <a:lvl3pPr marL="0" indent="0" algn="l" defTabSz="914400" rtl="0" eaLnBrk="1" latinLnBrk="0" hangingPunct="1">
        <a:spcBef xmlns:manifest="urn:oasis:names:tc:opendocument:xmlns:manifest:1.0">
          <a:spcPts val="851"/>
        </a:spcBef>
        <a:spcAft xmlns:manifest="urn:oasis:names:tc:opendocument:xmlns:manifest:1.0">
          <a:spcPts val="0"/>
        </a:spcAft>
        <a:defRPr sz="2400" u="none" kern="0" spc="0">
          <a:solidFill>
            <a:srgbClr val="0066cc"/>
          </a:solidFill>
          <a:latin typeface="Liberation Sans"/>
          <a:ea typeface="+mn-ea"/>
          <a:cs typeface="+mn-cs"/>
        </a:defRPr>
      </a:lvl3pPr>
      <a:lvl4pPr marL="0" indent="0" algn="l" defTabSz="914400" rtl="0" eaLnBrk="1" latinLnBrk="0" hangingPunct="1">
        <a:spcBef xmlns:manifest="urn:oasis:names:tc:opendocument:xmlns:manifest:1.0">
          <a:spcPts val="567"/>
        </a:spcBef>
        <a:spcAft xmlns:manifest="urn:oasis:names:tc:opendocument:xmlns:manifest:1.0">
          <a:spcPts val="0"/>
        </a:spcAft>
        <a:defRPr sz="2000" u="none" kern="0" spc="0">
          <a:solidFill>
            <a:srgbClr val="0066cc"/>
          </a:solidFill>
          <a:latin typeface="Liberation Sans"/>
          <a:ea typeface="+mn-ea"/>
          <a:cs typeface="+mn-cs"/>
        </a:defRPr>
      </a:lvl4pPr>
      <a:lvl5pPr marL="0" indent="0" algn="l" defTabSz="914400" rtl="0" eaLnBrk="1" latinLnBrk="0" hangingPunct="1">
        <a:spcBef xmlns:manifest="urn:oasis:names:tc:opendocument:xmlns:manifest:1.0">
          <a:spcPts val="284"/>
        </a:spcBef>
        <a:spcAft xmlns:manifest="urn:oasis:names:tc:opendocument:xmlns:manifest:1.0">
          <a:spcPts val="0"/>
        </a:spcAft>
        <a:defRPr sz="2000" u="none" kern="0" spc="0">
          <a:solidFill>
            <a:srgbClr val="0066cc"/>
          </a:solidFill>
          <a:latin typeface="Liberation Sans"/>
          <a:ea typeface="+mn-ea"/>
          <a:cs typeface="+mn-cs"/>
        </a:defRPr>
      </a:lvl5pPr>
      <a:lvl6pPr marL="0" indent="0" algn="l" defTabSz="914400" rtl="0" eaLnBrk="1" latinLnBrk="0" hangingPunct="1">
        <a:spcBef xmlns:manifest="urn:oasis:names:tc:opendocument:xmlns:manifest:1.0">
          <a:spcPts val="284"/>
        </a:spcBef>
        <a:spcAft xmlns:manifest="urn:oasis:names:tc:opendocument:xmlns:manifest:1.0">
          <a:spcPts val="0"/>
        </a:spcAft>
        <a:defRPr sz="2000" u="none" kern="0" spc="0">
          <a:solidFill>
            <a:srgbClr val="0066cc"/>
          </a:solidFill>
          <a:latin typeface="Liberation Sans"/>
          <a:ea typeface="+mn-ea"/>
          <a:cs typeface="+mn-cs"/>
        </a:defRPr>
      </a:lvl6pPr>
      <a:lvl7pPr marL="0" indent="0" algn="l" defTabSz="914400" rtl="0" eaLnBrk="1" latinLnBrk="0" hangingPunct="1">
        <a:spcBef xmlns:manifest="urn:oasis:names:tc:opendocument:xmlns:manifest:1.0">
          <a:spcPts val="284"/>
        </a:spcBef>
        <a:spcAft xmlns:manifest="urn:oasis:names:tc:opendocument:xmlns:manifest:1.0">
          <a:spcPts val="0"/>
        </a:spcAft>
        <a:defRPr sz="2000" u="none" kern="0" spc="0">
          <a:solidFill>
            <a:srgbClr val="0066cc"/>
          </a:solidFill>
          <a:latin typeface="Liberation Sans"/>
          <a:ea typeface="+mn-ea"/>
          <a:cs typeface="+mn-cs"/>
        </a:defRPr>
      </a:lvl7pPr>
      <a:lvl8pPr marL="0" indent="0" algn="l" defTabSz="914400" rtl="0" eaLnBrk="1" latinLnBrk="0" hangingPunct="1">
        <a:spcBef xmlns:manifest="urn:oasis:names:tc:opendocument:xmlns:manifest:1.0">
          <a:spcPts val="284"/>
        </a:spcBef>
        <a:spcAft xmlns:manifest="urn:oasis:names:tc:opendocument:xmlns:manifest:1.0">
          <a:spcPts val="0"/>
        </a:spcAft>
        <a:defRPr sz="2000" u="none" kern="0" spc="0">
          <a:solidFill>
            <a:srgbClr val="0066cc"/>
          </a:solidFill>
          <a:latin typeface="Liberation Sans"/>
          <a:ea typeface="+mn-ea"/>
          <a:cs typeface="+mn-cs"/>
        </a:defRPr>
      </a:lvl8pPr>
      <a:lvl9pPr marL="0" indent="0" algn="l" defTabSz="914400" rtl="0" eaLnBrk="1" latinLnBrk="0" hangingPunct="1">
        <a:spcBef xmlns:manifest="urn:oasis:names:tc:opendocument:xmlns:manifest:1.0">
          <a:spcPts val="284"/>
        </a:spcBef>
        <a:spcAft xmlns:manifest="urn:oasis:names:tc:opendocument:xmlns:manifest:1.0">
          <a:spcPts val="0"/>
        </a:spcAft>
        <a:defRPr sz="2000" u="none" kern="0" spc="0">
          <a:solidFill>
            <a:srgbClr val="0066cc"/>
          </a:solidFill>
          <a:latin typeface="Liberation Sans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2.png"  /><Relationship Id="rId3" Type="http://schemas.openxmlformats.org/officeDocument/2006/relationships/image" Target="../media/image3.jpeg"  /><Relationship Id="rId4" Type="http://schemas.openxmlformats.org/officeDocument/2006/relationships/image" Target="../media/image4.jpeg"  /><Relationship Id="rId5" Type="http://schemas.openxmlformats.org/officeDocument/2006/relationships/image" Target="../media/image5.jpe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6.xml"  /><Relationship Id="rId3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7.jpe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6.xml"  /><Relationship Id="rId3" Type="http://schemas.openxmlformats.org/officeDocument/2006/relationships/image" Target="../media/image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9.jpe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hyperlink" Target="http://www.knu.ac.kr" TargetMode="External"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notesSlide" Target="../notesSlides/notesSlide4.xml"  /><Relationship Id="sl4Image2" Type="http://schemas.openxmlformats.org/officeDocument/2006/relationships/image" Target="../media/image1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notesSlide" Target="../notesSlides/notesSlide5.xml"  /><Relationship Id="sl5Image2" Type="http://schemas.openxmlformats.org/officeDocument/2006/relationships/image" Target="../media/image1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notesSlide" Target="../notesSlides/notesSlide6.xml"  /><Relationship Id="sl6Image2" Type="http://schemas.openxmlformats.org/officeDocument/2006/relationships/image" Target="../media/image1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13.jpe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14.jpe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image" Target="../media/image15.jpeg"  /><Relationship Id="rId3" Type="http://schemas.openxmlformats.org/officeDocument/2006/relationships/image" Target="../media/image16.jpeg" 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fn="http://www.w3.org/2005/02/xpath-functions" xmlns:presentation="urn:oasis:names:tc:opendocument:xmlns:presentation:1.0" xmlns:fo="urn:oasis:names:tc:opendocument:xmlns:xsl-fo-compatible:1.0" xmlns:script="urn:oasis:names:tc:opendocument:xmlns:script:1.0" xmlns:table="urn:oasis:names:tc:opendocument:xmlns:table:1.0" xmlns:dom="http://www.w3.org/2001/xml-events" xmlns="http://schemas.openxmlformats.org/package/2006/relationships" xmlns:rels="http://schemas.openxmlformats.org/package/2006/relationships" xmlns:cp="http://schemas.openxmlformats.org/package/2006/metadata/core-properties" xmlns:dc="http://purl.org/dc/elements/1.1/" xmlns:dcterms="http://purl.org/dc/terms/" xmlns:smil="urn:oasis:names:tc:opendocument:xmlns:smil-compatible:1.0" xmlns:anim="urn:oasis:names:tc:opendocument:xmlns:animation:1.0" xmlns:msxsl="urn:schemas-microsoft-com:xsl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itle 1" id="2"/>
          <p:cNvSpPr>
            <a:spLocks noGrp="1"/>
          </p:cNvSpPr>
          <p:nvPr>
            <p:ph type="ctrTitle"/>
          </p:nvPr>
        </p:nvSpPr>
        <p:spPr>
          <a:xfrm xmlns:manifest="urn:oasis:names:tc:opendocument:xmlns:manifest:1.0">
            <a:off x="0" y="2341080"/>
            <a:ext cx="9071640" cy="1262160"/>
          </a:xfrm>
          <a:prstGeom prst="rect">
            <a:avLst/>
          </a:prstGeom>
          <a:noFill xmlns:manifest="urn:oasis:names:tc:opendocument:xmlns:manifest:1.0"/>
          <a:ln xmlns:meta="urn:oasis:names:tc:opendocument:xmlns:meta:1.0"/>
        </p:spPr>
        <p:txBody>
          <a:bodyPr lIns="0" tIns="0" rIns="0" bIns="0" wrap="square"/>
          <a:lstStyle/>
          <a:p>
            <a:r>
              <a:rPr smtClean="0"/>
              <a:t>DNS SPOOFING ATTACK</a:t>
            </a:r>
          </a:p>
        </p:txBody>
      </p:sp>
      <p:sp xmlns:meta="urn:oasis:names:tc:opendocument:xmlns:meta:1.0">
        <p:nvSpPr>
          <p:cNvPr id="3" name="TextBox 2"/>
          <p:cNvSpPr/>
          <p:nvPr/>
        </p:nvSpPr>
        <p:spPr>
          <a:xfrm xmlns:manifest="urn:oasis:names:tc:opendocument:xmlns:manifest:1.0">
            <a:off x="4824000" y="4248000"/>
            <a:ext cx="381600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dk1"/>
          </a:lnRef>
          <a:fillRef idx="0">
            <a:srgbClr val="99ccff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0000" tIns="45000" rIns="90000" bIns="45000" wrap="square">
            <a:spAutoFit/>
          </a:bodyPr>
          <a:p>
            <a:r>
              <a:rPr lang="en-US" smtClean="0" sz="1800">
                <a:latin charset="0" typeface="Liberation Sans"/>
              </a:rPr>
              <a:t>KERT 한강민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>시스템 구성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en-US" altLang="ko-KR"/>
              <a:t>Attacker : LG gram (Kubuntu Linux)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IP</a:t>
            </a:r>
            <a:r>
              <a:rPr lang="ko-KR" altLang="en-US"/>
              <a:t> : </a:t>
            </a:r>
            <a:r>
              <a:rPr lang="en-US" altLang="ko-KR"/>
              <a:t>192.168.43.196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Victim : Samsung Notebook Series 3 (Windows10)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IP</a:t>
            </a:r>
            <a:r>
              <a:rPr lang="ko-KR" altLang="en-US"/>
              <a:t> : </a:t>
            </a:r>
            <a:r>
              <a:rPr lang="en-US" altLang="ko-KR"/>
              <a:t>192.168.43.99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Gateway : Samsung Galaxy Note 10 (Android)</a:t>
            </a:r>
            <a:endParaRPr lang="en-US" altLang="ko-KR"/>
          </a:p>
          <a:p>
            <a:pPr>
              <a:defRPr lang="ko-KR" altLang="en-US"/>
            </a:pPr>
            <a:r>
              <a:rPr lang="en-US" altLang="ko-KR"/>
              <a:t>IP</a:t>
            </a:r>
            <a:r>
              <a:rPr lang="ko-KR" altLang="en-US"/>
              <a:t> : </a:t>
            </a:r>
            <a:r>
              <a:rPr lang="en-US" altLang="ko-KR"/>
              <a:t>192.168.43.1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-838200" y="457200"/>
            <a:ext cx="12268200" cy="726028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</p:pic>
      <p:pic>
        <p:nvPicPr>
          <p:cNvPr id="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0000" y="1360299"/>
            <a:ext cx="1676400" cy="15353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72000" y="4648200"/>
            <a:ext cx="2286000" cy="1676400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371600" y="5186163"/>
            <a:ext cx="1371600" cy="10622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0"/>
          </p:nvPr>
        </p:nvSpPr>
        <p:spPr>
          <a:xfrm>
            <a:off x="457200" y="185640"/>
            <a:ext cx="9071640" cy="126216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 lvl="0">
              <a:defRPr lang="ko-KR" altLang="en-US"/>
            </a:pPr>
            <a:r>
              <a:rPr lang="en-US" altLang="ko-KR">
                <a:latin typeface="Arial"/>
              </a:rPr>
              <a:t>IP </a:t>
            </a:r>
            <a:r>
              <a:rPr lang="ko-KR" altLang="en-US">
                <a:latin typeface="Arial"/>
              </a:rPr>
              <a:t>포워딩 실행 전</a:t>
            </a:r>
            <a:endParaRPr lang="ko-KR" altLang="en-US">
              <a:latin typeface="Arial"/>
            </a:endParaRPr>
          </a:p>
        </p:txBody>
      </p:sp>
      <p:pic>
        <p:nvPicPr>
          <p:cNvPr id="3" name="Placeholder 3" descr="100000000000078000000438596EA9252F6A0056.png"/>
          <p:cNvPicPr>
            <a:picLocks noGrp="1" noChangeAspect="1"/>
          </p:cNvPicPr>
          <p:nvPr/>
        </p:nvPicPr>
        <p:blipFill rotWithShape="1">
          <a:blip r:embed="rId3">
            <a:lum/>
          </a:blip>
          <a:srcRect t="7630" r="60640" b="37260"/>
          <a:stretch>
            <a:fillRect/>
          </a:stretch>
        </p:blipFill>
        <p:spPr>
          <a:xfrm>
            <a:off x="457200" y="990600"/>
            <a:ext cx="8686800" cy="6839886"/>
          </a:xfrm>
          <a:prstGeom prst="rect">
            <a:avLst/>
          </a:prstGeom>
          <a:ln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5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71499" y="609600"/>
            <a:ext cx="9334500" cy="4905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0"/>
          </p:nvPr>
        </p:nvSpPr>
        <p:spPr>
          <a:xfrm>
            <a:off x="0" y="2341080"/>
            <a:ext cx="9071640" cy="1262160"/>
          </a:xfrm>
          <a:prstGeom prst="rect">
            <a:avLst/>
          </a:prstGeom>
          <a:noFill/>
          <a:ln/>
        </p:spPr>
        <p:txBody>
          <a:bodyPr wrap="square" lIns="0" tIns="0" rIns="0" bIns="0"/>
          <a:lstStyle/>
          <a:p>
            <a:pPr lvl="0">
              <a:defRPr lang="ko-KR" altLang="en-US"/>
            </a:pPr>
            <a:r>
              <a:rPr lang="ko-KR" altLang="ko-KR">
                <a:latin typeface="Arial"/>
              </a:rPr>
              <a:t/>
            </a:r>
            <a:endParaRPr lang="ko-KR" altLang="ko-KR">
              <a:latin typeface="Arial"/>
            </a:endParaRPr>
          </a:p>
        </p:txBody>
      </p:sp>
      <p:pic>
        <p:nvPicPr>
          <p:cNvPr id="3" name="Placeholder 3" descr="100000000000078000000414F5229997FAF14922.png"/>
          <p:cNvPicPr>
            <a:picLocks noGrp="1" noChangeAspect="1"/>
          </p:cNvPicPr>
          <p:nvPr/>
        </p:nvPicPr>
        <p:blipFill rotWithShape="1">
          <a:blip r:embed="rId3">
            <a:lum/>
          </a:blip>
          <a:srcRect l="-1090" t="-870" r="58760" b="46430"/>
          <a:stretch>
            <a:fillRect/>
          </a:stretch>
        </p:blipFill>
        <p:spPr>
          <a:xfrm>
            <a:off x="457200" y="544155"/>
            <a:ext cx="8686799" cy="6980463"/>
          </a:xfrm>
          <a:prstGeom prst="rect">
            <a:avLst/>
          </a:prstGeom>
          <a:ln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5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25137" y="1546387"/>
            <a:ext cx="9229725" cy="4467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0" y="2166840"/>
            <a:ext cx="9071640" cy="1262160"/>
          </a:xfrm>
        </p:spPr>
        <p:txBody>
          <a:bodyPr/>
          <a:lstStyle/>
          <a:p>
            <a:pPr>
              <a:defRPr lang="ko-KR" altLang="en-US"/>
            </a:pPr>
            <a:r>
              <a:rPr lang="ko-KR" altLang="en-US"/>
              <a:t>/</a:t>
            </a:r>
            <a:r>
              <a:rPr lang="en-US" altLang="ko-KR"/>
              <a:t>etc/ettercap/etter.dns</a:t>
            </a:r>
            <a:endParaRPr lang="en-US" altLang="ko-KR"/>
          </a:p>
          <a:p>
            <a:pPr>
              <a:defRPr lang="ko-KR" altLang="en-US"/>
            </a:pPr>
            <a:endParaRPr lang="en-US" altLang="ko-KR"/>
          </a:p>
          <a:p>
            <a:pPr>
              <a:defRPr lang="ko-KR" altLang="en-US"/>
            </a:pPr>
            <a:endParaRPr lang="en-US" altLang="ko-KR"/>
          </a:p>
          <a:p>
            <a:pPr>
              <a:defRPr lang="ko-KR" altLang="en-US"/>
            </a:pPr>
            <a:r>
              <a:rPr lang="en-US" altLang="ko-KR">
                <a:hlinkClick r:id="rId2"/>
              </a:rPr>
              <a:t>www.knu.ac.kr</a:t>
            </a:r>
            <a:r>
              <a:rPr lang="en-US" altLang="ko-KR"/>
              <a:t>       A      IP</a:t>
            </a:r>
            <a:r>
              <a:rPr lang="ko-KR" altLang="en-US"/>
              <a:t>주소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fn="http://www.w3.org/2005/02/xpath-functions" xmlns:presentation="urn:oasis:names:tc:opendocument:xmlns:presentation:1.0" xmlns:fo="urn:oasis:names:tc:opendocument:xmlns:xsl-fo-compatible:1.0" xmlns:script="urn:oasis:names:tc:opendocument:xmlns:script:1.0" xmlns:table="urn:oasis:names:tc:opendocument:xmlns:table:1.0" xmlns:dom="http://www.w3.org/2001/xml-events" xmlns="http://schemas.openxmlformats.org/package/2006/relationships" xmlns:rels="http://schemas.openxmlformats.org/package/2006/relationships" xmlns:cp="http://schemas.openxmlformats.org/package/2006/metadata/core-properties" xmlns:dc="http://purl.org/dc/elements/1.1/" xmlns:dcterms="http://purl.org/dc/terms/" xmlns:smil="urn:oasis:names:tc:opendocument:xmlns:smil-compatible:1.0" xmlns:anim="urn:oasis:names:tc:opendocument:xmlns:animation:1.0" xmlns:msxsl="urn:schemas-microsoft-com:xsl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itle 1" id="2"/>
          <p:cNvSpPr>
            <a:spLocks noGrp="1"/>
          </p:cNvSpPr>
          <p:nvPr>
            <p:ph type="ctrTitle"/>
          </p:nvPr>
        </p:nvSpPr>
        <p:spPr>
          <a:xfrm xmlns:manifest="urn:oasis:names:tc:opendocument:xmlns:manifest:1.0">
            <a:off x="0" y="2341080"/>
            <a:ext cx="9071640" cy="1262160"/>
          </a:xfrm>
          <a:prstGeom prst="rect">
            <a:avLst/>
          </a:prstGeom>
          <a:noFill xmlns:manifest="urn:oasis:names:tc:opendocument:xmlns:manifest:1.0"/>
          <a:ln xmlns:meta="urn:oasis:names:tc:opendocument:xmlns:meta:1.0"/>
        </p:spPr>
        <p:txBody>
          <a:bodyPr lIns="0" tIns="0" rIns="0" bIns="0" wrap="square"/>
          <a:lstStyle/>
          <a:p>
            <a:r>
              <a:rPr smtClean="0">
                <a:latin charset="0" typeface="Arial"/>
              </a:rPr>
              <a:t/>
            </a:r>
          </a:p>
        </p:txBody>
      </p:sp>
      <p:pic>
        <p:nvPicPr>
          <p:cNvPr id="3" name="Placeholder 3" descr="10000201000003540000021B7C8B971BCB058BD4.png"/>
          <p:cNvPicPr>
            <a:picLocks noChangeAspect="1" noGrp="1"/>
          </p:cNvPicPr>
          <p:nvPr/>
        </p:nvPicPr>
        <p:blipFill>
          <a:blip r:embed="sl4Image2">
            <a:lum bright="0000" contrast="0000"/>
          </a:blip>
          <a:stretch>
            <a:fillRect/>
          </a:stretch>
        </p:blipFill>
        <p:spPr>
          <a:xfrm xmlns:manifest="urn:oasis:names:tc:opendocument:xmlns:manifest:1.0">
            <a:off x="977760" y="1207080"/>
            <a:ext cx="8113680" cy="5132880"/>
          </a:xfrm>
          <a:prstGeom prst="rect">
            <a:avLst/>
          </a:prstGeom>
          <a:ln xmlns:meta="urn:oasis:names:tc:opendocument:xmlns:meta:1.0"/>
        </p:spPr>
      </p:pic>
    </p:spTree>
  </p:cSld>
  <p:clrMapOvr>
    <a:masterClrMapping/>
  </p:clrMapOvr>
  <p:transition spd="med"/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fn="http://www.w3.org/2005/02/xpath-functions" xmlns:presentation="urn:oasis:names:tc:opendocument:xmlns:presentation:1.0" xmlns:fo="urn:oasis:names:tc:opendocument:xmlns:xsl-fo-compatible:1.0" xmlns:script="urn:oasis:names:tc:opendocument:xmlns:script:1.0" xmlns:table="urn:oasis:names:tc:opendocument:xmlns:table:1.0" xmlns:dom="http://www.w3.org/2001/xml-events" xmlns="http://schemas.openxmlformats.org/package/2006/relationships" xmlns:rels="http://schemas.openxmlformats.org/package/2006/relationships" xmlns:cp="http://schemas.openxmlformats.org/package/2006/metadata/core-properties" xmlns:dc="http://purl.org/dc/elements/1.1/" xmlns:dcterms="http://purl.org/dc/terms/" xmlns:smil="urn:oasis:names:tc:opendocument:xmlns:smil-compatible:1.0" xmlns:anim="urn:oasis:names:tc:opendocument:xmlns:animation:1.0" xmlns:msxsl="urn:schemas-microsoft-com:xsl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itle 1" id="2"/>
          <p:cNvSpPr>
            <a:spLocks noGrp="1"/>
          </p:cNvSpPr>
          <p:nvPr>
            <p:ph type="ctrTitle"/>
          </p:nvPr>
        </p:nvSpPr>
        <p:spPr>
          <a:xfrm xmlns:manifest="urn:oasis:names:tc:opendocument:xmlns:manifest:1.0">
            <a:off x="0" y="2341080"/>
            <a:ext cx="9071640" cy="1262160"/>
          </a:xfrm>
          <a:prstGeom prst="rect">
            <a:avLst/>
          </a:prstGeom>
          <a:noFill xmlns:manifest="urn:oasis:names:tc:opendocument:xmlns:manifest:1.0"/>
          <a:ln xmlns:meta="urn:oasis:names:tc:opendocument:xmlns:meta:1.0"/>
        </p:spPr>
        <p:txBody>
          <a:bodyPr lIns="0" tIns="0" rIns="0" bIns="0" wrap="square"/>
          <a:lstStyle/>
          <a:p>
            <a:r>
              <a:rPr smtClean="0">
                <a:latin charset="0" typeface="Arial"/>
              </a:rPr>
              <a:t/>
            </a:r>
          </a:p>
        </p:txBody>
      </p:sp>
      <p:pic>
        <p:nvPicPr>
          <p:cNvPr id="3" name="Placeholder 3" descr="10000201000003650000021B2C6D287961DC1A0C.png"/>
          <p:cNvPicPr>
            <a:picLocks noChangeAspect="1" noGrp="1"/>
          </p:cNvPicPr>
          <p:nvPr/>
        </p:nvPicPr>
        <p:blipFill>
          <a:blip r:embed="sl5Image2">
            <a:lum bright="0000" contrast="0000"/>
          </a:blip>
          <a:stretch>
            <a:fillRect/>
          </a:stretch>
        </p:blipFill>
        <p:spPr>
          <a:xfrm xmlns:manifest="urn:oasis:names:tc:opendocument:xmlns:manifest:1.0">
            <a:off x="896760" y="1207080"/>
            <a:ext cx="8275680" cy="5132880"/>
          </a:xfrm>
          <a:prstGeom prst="rect">
            <a:avLst/>
          </a:prstGeom>
          <a:ln xmlns:meta="urn:oasis:names:tc:opendocument:xmlns:meta:1.0"/>
        </p:spPr>
      </p:pic>
    </p:spTree>
  </p:cSld>
  <p:clrMapOvr>
    <a:masterClrMapping/>
  </p:clrMapOvr>
  <p:transition spd="med"/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fn="http://www.w3.org/2005/02/xpath-functions" xmlns:presentation="urn:oasis:names:tc:opendocument:xmlns:presentation:1.0" xmlns:fo="urn:oasis:names:tc:opendocument:xmlns:xsl-fo-compatible:1.0" xmlns:script="urn:oasis:names:tc:opendocument:xmlns:script:1.0" xmlns:table="urn:oasis:names:tc:opendocument:xmlns:table:1.0" xmlns:dom="http://www.w3.org/2001/xml-events" xmlns="http://schemas.openxmlformats.org/package/2006/relationships" xmlns:rels="http://schemas.openxmlformats.org/package/2006/relationships" xmlns:cp="http://schemas.openxmlformats.org/package/2006/metadata/core-properties" xmlns:dc="http://purl.org/dc/elements/1.1/" xmlns:dcterms="http://purl.org/dc/terms/" xmlns:smil="urn:oasis:names:tc:opendocument:xmlns:smil-compatible:1.0" xmlns:anim="urn:oasis:names:tc:opendocument:xmlns:animation:1.0" xmlns:msxsl="urn:schemas-microsoft-com:xsl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itle 1" id="2"/>
          <p:cNvSpPr>
            <a:spLocks noGrp="1"/>
          </p:cNvSpPr>
          <p:nvPr>
            <p:ph type="ctrTitle"/>
          </p:nvPr>
        </p:nvSpPr>
        <p:spPr>
          <a:xfrm xmlns:manifest="urn:oasis:names:tc:opendocument:xmlns:manifest:1.0">
            <a:off x="0" y="2341080"/>
            <a:ext cx="9071640" cy="1262160"/>
          </a:xfrm>
          <a:prstGeom prst="rect">
            <a:avLst/>
          </a:prstGeom>
          <a:noFill xmlns:manifest="urn:oasis:names:tc:opendocument:xmlns:manifest:1.0"/>
          <a:ln xmlns:meta="urn:oasis:names:tc:opendocument:xmlns:meta:1.0"/>
        </p:spPr>
        <p:txBody>
          <a:bodyPr lIns="0" tIns="0" rIns="0" bIns="0" wrap="square"/>
          <a:lstStyle/>
          <a:p>
            <a:r>
              <a:rPr smtClean="0">
                <a:latin charset="0" typeface="Arial"/>
              </a:rPr>
              <a:t/>
            </a:r>
          </a:p>
        </p:txBody>
      </p:sp>
      <p:pic>
        <p:nvPicPr>
          <p:cNvPr id="3" name="Placeholder 3" descr="10000201000003650000021B113C5BDF185211D6.png"/>
          <p:cNvPicPr>
            <a:picLocks noChangeAspect="1" noGrp="1"/>
          </p:cNvPicPr>
          <p:nvPr/>
        </p:nvPicPr>
        <p:blipFill>
          <a:blip r:embed="sl6Image2">
            <a:lum bright="0000" contrast="0000"/>
          </a:blip>
          <a:stretch>
            <a:fillRect/>
          </a:stretch>
        </p:blipFill>
        <p:spPr>
          <a:xfrm xmlns:manifest="urn:oasis:names:tc:opendocument:xmlns:manifest:1.0">
            <a:off x="896760" y="1207080"/>
            <a:ext cx="8275680" cy="5132880"/>
          </a:xfrm>
          <a:prstGeom prst="rect">
            <a:avLst/>
          </a:prstGeom>
          <a:ln xmlns:meta="urn:oasis:names:tc:opendocument:xmlns:meta:1.0"/>
        </p:spPr>
      </p:pic>
    </p:spTree>
  </p:cSld>
  <p:clrMapOvr>
    <a:masterClrMapping/>
  </p:clrMapOvr>
  <p:transition spd="med"/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0080000" cy="40880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9906000" cy="52140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457200"/>
            <a:ext cx="10080000" cy="537791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2000" y="3743325"/>
            <a:ext cx="8543925" cy="3114675"/>
          </a:xfrm>
          <a:prstGeom prst="rect">
            <a:avLst/>
          </a:prstGeom>
        </p:spPr>
      </p:pic>
      <p:sp>
        <p:nvSpPr>
          <p:cNvPr id="6" name=""/>
          <p:cNvSpPr txBox="1"/>
          <p:nvPr/>
        </p:nvSpPr>
        <p:spPr>
          <a:xfrm>
            <a:off x="647700" y="0"/>
            <a:ext cx="7848600" cy="36004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/>
              <a:t>리다이렉션 페이지는 공격 실패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54</ep:Words>
  <ep:PresentationFormat>On-screen Show (4:3)</ep:PresentationFormat>
  <ep:Paragraphs>13</ep:Paragraphs>
  <ep:Slides>14</ep:Slides>
  <ep:Notes>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ep:HeadingPairs>
  <ep:TitlesOfParts>
    <vt:vector size="16" baseType="lpstr">
      <vt:lpstr>Office Theme</vt:lpstr>
      <vt:lpstr>Office Theme</vt:lpstr>
      <vt:lpstr>DNS SPOOFING ATTACK</vt:lpstr>
      <vt:lpstr>시스템 구성</vt:lpstr>
      <vt:lpstr>슬라이드 3</vt:lpstr>
      <vt:lpstr>IP 포워딩 실행 전</vt:lpstr>
      <vt:lpstr>슬라이드 5</vt:lpstr>
      <vt:lpstr>슬라이드 6</vt:lpstr>
      <vt:lpstr>슬라이드 7</vt:lpstr>
      <vt:lpstr>/etc/ettercap/etter.dns   www.knu.ac.kr       A      IP주소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Hancom Office Hanshow 2014</ep:Application>
  <ep:AppVersion>0901.0000.01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Kangmin</cp:lastModifiedBy>
  <dcterms:modified xsi:type="dcterms:W3CDTF">2020-08-27T06:53:16.362</dcterms:modified>
  <cp:revision>11</cp:revision>
  <dc:title>Title</dc:title>
</cp:coreProperties>
</file>